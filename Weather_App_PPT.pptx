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9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91440"/>
            <a:ext cx="2286000" cy="2286000"/>
          </a:xfrm>
          <a:prstGeom prst="ellipse">
            <a:avLst/>
          </a:prstGeom>
          <a:solidFill>
            <a:srgbClr val="42A5F5">
              <a:alpha val="30000"/>
            </a:srgbClr>
          </a:solidFill>
          <a:ln w="12700">
            <a:solidFill>
              <a:srgbClr val="42A5F5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548640"/>
            <a:ext cx="1645920" cy="1645920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0" y="822960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Weather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371600" y="150876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App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224028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OpenWeatherMap API  •  Python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4572000" cy="27432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92608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Sharma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329184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23BDA70050  |  B.E.  |  Chandigarh University  |  2025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0" y="4919472"/>
            <a:ext cx="91440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Sharma  |  23BDA70050  |  B.E. Chandigarh University  |  2025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868680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86868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 Statement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1344168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134416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Features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819656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181965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295144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229514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Flow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2770632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277063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Structure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" y="3246120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324612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Screenshots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480" y="3721608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372160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Integration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1480" y="4197096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419709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Demo — Current Weather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868680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66360" y="86868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Demo — 5-Day Forecast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54880" y="1344168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166360" y="134416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Demo — Save JSON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54880" y="1819656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166360" y="181965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54880" y="2295144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166360" y="229514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Results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54880" y="2770632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166360" y="277063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Learning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54880" y="3246120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166360" y="324612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754880" y="3721608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166360" y="372160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 Statement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0" y="4919472"/>
            <a:ext cx="91440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Sharma  |  23BDA70050  |  B.E. Chandigarh University  |  2025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2070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People often need quick, accurate weather information for planning their day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609344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Traditional weather apps require internet browsing and are often cluttered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There is no simple command-line tool that gives instant weather + forecast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2468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Solution: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 simple Python app that fetches live weather data using OpenWeatherMap API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236976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Runs in terminal — lightweight, no browser needed, works anywhere Python runs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63931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Shows current weather, 5-day forecast, and lets user save data to JSON file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1480" y="4434840"/>
            <a:ext cx="8321040" cy="365760"/>
          </a:xfrm>
          <a:prstGeom prst="rect">
            <a:avLst/>
          </a:prstGeom>
          <a:solidFill>
            <a:srgbClr val="E3F2FD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4462272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simple, fast, and clean weather app that any student can run from their terminal."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Features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0" y="4919472"/>
            <a:ext cx="91440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Sharma  |  23BDA70050  |  B.E. Chandigarh University  |  2025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60520" cy="1097280"/>
          </a:xfrm>
          <a:prstGeom prst="rect">
            <a:avLst/>
          </a:prstGeom>
          <a:solidFill>
            <a:srgbClr val="E3F2FD"/>
          </a:solidFill>
          <a:ln w="10160">
            <a:solidFill>
              <a:srgbClr val="42A5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058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🌡️  Current Weather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32588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live temperature, humidity, wind speed, pressure, visibility, sunrise &amp; sunset for any city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00600" y="914400"/>
            <a:ext cx="4160520" cy="1097280"/>
          </a:xfrm>
          <a:prstGeom prst="rect">
            <a:avLst/>
          </a:prstGeom>
          <a:solidFill>
            <a:srgbClr val="E3F2FD"/>
          </a:solidFill>
          <a:ln w="10160">
            <a:solidFill>
              <a:srgbClr val="42A5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0058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📆  5-Day Forecast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0" y="132588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weather forecast for the next 5 days — min/max temp, condition and humidity per day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48840"/>
            <a:ext cx="4160520" cy="1097280"/>
          </a:xfrm>
          <a:prstGeom prst="rect">
            <a:avLst/>
          </a:prstGeom>
          <a:solidFill>
            <a:srgbClr val="E3F2FD"/>
          </a:solidFill>
          <a:ln w="10160">
            <a:solidFill>
              <a:srgbClr val="42A5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2402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 Save to JSON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256032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complete weather data to a local JSON file for offline use or data analysis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00600" y="2148840"/>
            <a:ext cx="4160520" cy="1097280"/>
          </a:xfrm>
          <a:prstGeom prst="rect">
            <a:avLst/>
          </a:prstGeom>
          <a:solidFill>
            <a:srgbClr val="E3F2FD"/>
          </a:solidFill>
          <a:ln w="10160">
            <a:solidFill>
              <a:srgbClr val="42A5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22402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Any City Worldwide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256032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for any city in the world using OpenWeatherMap's global database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383280"/>
            <a:ext cx="4160520" cy="1097280"/>
          </a:xfrm>
          <a:prstGeom prst="rect">
            <a:avLst/>
          </a:prstGeom>
          <a:solidFill>
            <a:srgbClr val="E3F2FD"/>
          </a:solidFill>
          <a:ln w="10160">
            <a:solidFill>
              <a:srgbClr val="42A5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4747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Error Handling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379476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invalid city name, no internet, wrong API key, and timeout errors gracefully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3383280"/>
            <a:ext cx="4160520" cy="1097280"/>
          </a:xfrm>
          <a:prstGeom prst="rect">
            <a:avLst/>
          </a:prstGeom>
          <a:solidFill>
            <a:srgbClr val="E3F2FD"/>
          </a:solidFill>
          <a:ln w="10160">
            <a:solidFill>
              <a:srgbClr val="42A5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34747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Menu-Driven UI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37760" y="379476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numbered menu — easy to use, no GUI required, runs in any terminal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0" y="4919472"/>
            <a:ext cx="91440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Sharma  |  23BDA70050  |  B.E. Chandigarh University  |  2025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377440" cy="493776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2377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3.x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926080" y="978408"/>
            <a:ext cx="5852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programming language used to build the entire app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536192"/>
            <a:ext cx="2377440" cy="49377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536192"/>
            <a:ext cx="2377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library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926080" y="1600200"/>
            <a:ext cx="5852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make HTTP GET calls to the OpenWeatherMap API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157984"/>
            <a:ext cx="2377440" cy="49377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157984"/>
            <a:ext cx="2377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module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926080" y="2221992"/>
            <a:ext cx="5852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Python module used for parsing API response and saving data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779776"/>
            <a:ext cx="2377440" cy="493776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779776"/>
            <a:ext cx="2377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 module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926080" y="2843784"/>
            <a:ext cx="5852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format timestamps like sunrise/sunset and date/time display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401568"/>
            <a:ext cx="2377440" cy="493776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401568"/>
            <a:ext cx="2377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OpenWeatherMap API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926080" y="3465576"/>
            <a:ext cx="5852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REST API that provides live weather and forecast data worldwide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4023360"/>
            <a:ext cx="2377440" cy="493776"/>
          </a:xfrm>
          <a:prstGeom prst="rect">
            <a:avLst/>
          </a:prstGeom>
          <a:solidFill>
            <a:srgbClr val="607D8B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023360"/>
            <a:ext cx="2377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module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926080" y="4087368"/>
            <a:ext cx="5852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file operations when saving JSON data to disk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App Works — Flow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0" y="4919472"/>
            <a:ext cx="91440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Sharma  |  23BDA70050  |  B.E. Chandigarh University  |  2025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67512" y="960120"/>
            <a:ext cx="640080" cy="640080"/>
          </a:xfrm>
          <a:prstGeom prst="ellipse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960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344168" y="1252728"/>
            <a:ext cx="402336" cy="54864"/>
          </a:xfrm>
          <a:prstGeom prst="rect">
            <a:avLst/>
          </a:prstGeom>
          <a:solidFill>
            <a:srgbClr val="607D8B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783080"/>
            <a:ext cx="1234440" cy="1097280"/>
          </a:xfrm>
          <a:prstGeom prst="rect">
            <a:avLst/>
          </a:prstGeom>
          <a:solidFill>
            <a:srgbClr val="E3F2FD"/>
          </a:solidFill>
          <a:ln w="10160">
            <a:solidFill>
              <a:srgbClr val="0B3D9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82880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runs app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176272"/>
            <a:ext cx="1234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weather_app.py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12264" y="960120"/>
            <a:ext cx="640080" cy="6400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12264" y="960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788920" y="1252728"/>
            <a:ext cx="402336" cy="54864"/>
          </a:xfrm>
          <a:prstGeom prst="rect">
            <a:avLst/>
          </a:prstGeom>
          <a:solidFill>
            <a:srgbClr val="607D8B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56232" y="1783080"/>
            <a:ext cx="1234440" cy="1097280"/>
          </a:xfrm>
          <a:prstGeom prst="rect">
            <a:avLst/>
          </a:prstGeom>
          <a:solidFill>
            <a:srgbClr val="E3F2FD"/>
          </a:solidFill>
          <a:ln w="1016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56232" y="182880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shown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56232" y="2176272"/>
            <a:ext cx="1234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picks option 1–5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557016" y="960120"/>
            <a:ext cx="640080" cy="64008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57016" y="960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233672" y="1252728"/>
            <a:ext cx="402336" cy="54864"/>
          </a:xfrm>
          <a:prstGeom prst="rect">
            <a:avLst/>
          </a:prstGeom>
          <a:solidFill>
            <a:srgbClr val="607D8B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00984" y="1783080"/>
            <a:ext cx="1234440" cy="1097280"/>
          </a:xfrm>
          <a:prstGeom prst="rect">
            <a:avLst/>
          </a:prstGeom>
          <a:solidFill>
            <a:srgbClr val="E3F2FD"/>
          </a:solidFill>
          <a:ln w="10160">
            <a:solidFill>
              <a:srgbClr val="2E7D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00984" y="182880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enters city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00984" y="2176272"/>
            <a:ext cx="1234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"Delhi" or "London"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01768" y="960120"/>
            <a:ext cx="640080" cy="640080"/>
          </a:xfrm>
          <a:prstGeom prst="ellipse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01768" y="960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678424" y="1252728"/>
            <a:ext cx="402336" cy="54864"/>
          </a:xfrm>
          <a:prstGeom prst="rect">
            <a:avLst/>
          </a:prstGeom>
          <a:solidFill>
            <a:srgbClr val="607D8B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45736" y="1783080"/>
            <a:ext cx="1234440" cy="1097280"/>
          </a:xfrm>
          <a:prstGeom prst="rect">
            <a:avLst/>
          </a:prstGeom>
          <a:solidFill>
            <a:srgbClr val="E3F2FD"/>
          </a:solidFill>
          <a:ln w="10160">
            <a:solidFill>
              <a:srgbClr val="7B1FA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45736" y="182880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called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45736" y="2176272"/>
            <a:ext cx="1234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GET to OpenWeatherMap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46520" y="960120"/>
            <a:ext cx="640080" cy="64008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46520" y="960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123176" y="1252728"/>
            <a:ext cx="402336" cy="54864"/>
          </a:xfrm>
          <a:prstGeom prst="rect">
            <a:avLst/>
          </a:prstGeom>
          <a:solidFill>
            <a:srgbClr val="607D8B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90488" y="1783080"/>
            <a:ext cx="1234440" cy="1097280"/>
          </a:xfrm>
          <a:prstGeom prst="rect">
            <a:avLst/>
          </a:prstGeom>
          <a:solidFill>
            <a:srgbClr val="E3F2FD"/>
          </a:solidFill>
          <a:ln w="10160">
            <a:solidFill>
              <a:srgbClr val="E651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90488" y="182880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parsed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190488" y="2176272"/>
            <a:ext cx="1234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data extracted by Python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891272" y="960120"/>
            <a:ext cx="640080" cy="640080"/>
          </a:xfrm>
          <a:prstGeom prst="ellipse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891272" y="960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635240" y="1783080"/>
            <a:ext cx="1234440" cy="1097280"/>
          </a:xfrm>
          <a:prstGeom prst="rect">
            <a:avLst/>
          </a:prstGeom>
          <a:solidFill>
            <a:srgbClr val="E3F2FD"/>
          </a:solidFill>
          <a:ln w="10160">
            <a:solidFill>
              <a:srgbClr val="0B3D9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35240" y="182880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printed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635240" y="2176272"/>
            <a:ext cx="1234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shown in clean format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65760" y="3154680"/>
            <a:ext cx="8412480" cy="548640"/>
          </a:xfrm>
          <a:prstGeom prst="rect">
            <a:avLst/>
          </a:prstGeom>
          <a:solidFill>
            <a:srgbClr val="FFF8E1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32004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Error Handling: If city not found → shows error. No internet → shows message. Invalid API key → shows warning. All errors are caught using try/except.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Structure — weather_app.py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0" y="4919472"/>
            <a:ext cx="91440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Sharma  |  23BDA70050  |  B.E. Chandigarh University  |  2025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8412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File: weather_app.py  (single file project — simple and clean)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743200" cy="402336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88720"/>
            <a:ext cx="2743200" cy="40233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get_weather(city)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46120" y="1225296"/>
            <a:ext cx="5577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/data/2.5/weather API, returns current weather JSON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1709928"/>
            <a:ext cx="2743200" cy="402336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709928"/>
            <a:ext cx="2743200" cy="40233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get_forecast(city)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246120" y="1746504"/>
            <a:ext cx="5577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/data/2.5/forecast API, returns 5-day forecast JSON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2231136"/>
            <a:ext cx="2743200" cy="402336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231136"/>
            <a:ext cx="2743200" cy="40233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display_current_weather()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246120" y="2267712"/>
            <a:ext cx="5577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 and prints current weather in readable format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2752344"/>
            <a:ext cx="2743200" cy="402336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752344"/>
            <a:ext cx="2743200" cy="40233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display_forecast()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246120" y="2788920"/>
            <a:ext cx="5577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forecast JSON and prints 5-day summary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3273552"/>
            <a:ext cx="2743200" cy="402336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273552"/>
            <a:ext cx="2743200" cy="40233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save_weather_to_json()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246120" y="3310128"/>
            <a:ext cx="5577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weather data dict to a .json file on disk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65760" y="3794760"/>
            <a:ext cx="2743200" cy="402336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794760"/>
            <a:ext cx="2743200" cy="40233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get_weather_emoji()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246120" y="3831336"/>
            <a:ext cx="5577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matching emoji for weather condition (Clear, Rain, Snow…)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65760" y="4315968"/>
            <a:ext cx="2743200" cy="402336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315968"/>
            <a:ext cx="2743200" cy="40233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main()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246120" y="4352544"/>
            <a:ext cx="5577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 — shows menu, takes input, calls the right function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Screenshot — Main Menu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0" y="4919472"/>
            <a:ext cx="91440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Sharma  |  23BDA70050  |  B.E. Chandigarh University  |  2025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user runs: python weather_app.py</a:t>
            </a:r>
            <a:endParaRPr lang="en-US" sz="1200" dirty="0"/>
          </a:p>
        </p:txBody>
      </p:sp>
      <p:pic>
        <p:nvPicPr>
          <p:cNvPr id="5" name="Image 0" descr="/tmp/weather_project/weather_project/screenshots/screenshot1_men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143000"/>
            <a:ext cx="64008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Screenshot — Current Weather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0" y="4919472"/>
            <a:ext cx="91440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Sharma  |  23BDA70050  |  B.E. Chandigarh University  |  2025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1: Get Current Weather — shows temp, humidity, wind, pressure, sunrise/sunset</a:t>
            </a:r>
            <a:endParaRPr lang="en-US" sz="1200" dirty="0"/>
          </a:p>
        </p:txBody>
      </p:sp>
      <p:pic>
        <p:nvPicPr>
          <p:cNvPr id="5" name="Image 0" descr="/tmp/weather_project/weather_project/screenshots/screenshot2_current_weat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143000"/>
            <a:ext cx="64008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Screenshot — 5-Day Forecast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0" y="4919472"/>
            <a:ext cx="91440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Sharma  |  23BDA70050  |  B.E. Chandigarh University  |  2025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2: Get 5-Day Forecast — shows daily min/max temp, condition, humidity</a:t>
            </a:r>
            <a:endParaRPr lang="en-US" sz="1200" dirty="0"/>
          </a:p>
        </p:txBody>
      </p:sp>
      <p:pic>
        <p:nvPicPr>
          <p:cNvPr id="5" name="Image 0" descr="/tmp/weather_project/weather_project/screenshots/screenshot3_foreca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143000"/>
            <a:ext cx="64008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Screenshot — Save Weather to JSON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0" y="4919472"/>
            <a:ext cx="91440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Sharma  |  23BDA70050  |  B.E. Chandigarh University  |  2025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4: Save data to weather_data.json — stores full API response locally</a:t>
            </a:r>
            <a:endParaRPr lang="en-US" sz="1200" dirty="0"/>
          </a:p>
        </p:txBody>
      </p:sp>
      <p:pic>
        <p:nvPicPr>
          <p:cNvPr id="5" name="Image 0" descr="/tmp/weather_project/weather_project/screenshots/screenshot4_save_j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143000"/>
            <a:ext cx="64008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Integration — OpenWeatherMap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0" y="4919472"/>
            <a:ext cx="91440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Sharma  |  23BDA70050  |  B.E. Chandigarh University  |  2025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get a FREE API key: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Go to openweathermap.org and create a free account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636776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Click on API Keys section in your account dashboard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03911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Copy your key and paste it in weather_app.py → API_KEY = "your_key"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4414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Free plan gives 60 API calls/minute — more than enough for this project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2926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 used: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3337560"/>
            <a:ext cx="1554480" cy="47548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3337560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Weather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011680" y="3337560"/>
            <a:ext cx="6675120" cy="47548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03120" y="3392424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2A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api.openweathermap.org/data/2.5/weather?q={city}&amp;appid={key}&amp;units=metric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4023360"/>
            <a:ext cx="1554480" cy="47548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4023360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5-Day Forecast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011680" y="4023360"/>
            <a:ext cx="6675120" cy="47548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03120" y="4078224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2A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api.openweathermap.org/data/2.5/forecast?q={city}&amp;appid={key}&amp;cnt=40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0" y="4919472"/>
            <a:ext cx="91440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Sharma  |  23BDA70050  |  B.E. Chandigarh University  |  2025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621792"/>
          </a:xfrm>
          <a:prstGeom prst="rect">
            <a:avLst/>
          </a:prstGeom>
          <a:solidFill>
            <a:srgbClr val="F9F9F9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91440" cy="62179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960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Not Found  (HTTP 404)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234440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message: "City not found. Please check the spelling."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664208"/>
            <a:ext cx="8412480" cy="621792"/>
          </a:xfrm>
          <a:prstGeom prst="rect">
            <a:avLst/>
          </a:prstGeom>
          <a:solidFill>
            <a:srgbClr val="F9F9F9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664208"/>
            <a:ext cx="91440" cy="62179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7099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API Key  (HTTP 401)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984248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message: "Invalid API key. Please check your key."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414016"/>
            <a:ext cx="8412480" cy="621792"/>
          </a:xfrm>
          <a:prstGeom prst="rect">
            <a:avLst/>
          </a:prstGeom>
          <a:solidFill>
            <a:srgbClr val="F9F9F9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414016"/>
            <a:ext cx="91440" cy="6217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45973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Internet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" y="2734056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ConnectionError caught — shows: "No internet connection."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163824"/>
            <a:ext cx="8412480" cy="621792"/>
          </a:xfrm>
          <a:prstGeom prst="rect">
            <a:avLst/>
          </a:prstGeom>
          <a:solidFill>
            <a:srgbClr val="F9F9F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163824"/>
            <a:ext cx="91440" cy="6217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20954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Timeout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4360" y="3483864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 after 10 seconds — shows: "Request timed out."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913632"/>
            <a:ext cx="8412480" cy="621792"/>
          </a:xfrm>
          <a:prstGeom prst="rect">
            <a:avLst/>
          </a:prstGeom>
          <a:solidFill>
            <a:srgbClr val="F9F9F9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913632"/>
            <a:ext cx="91440" cy="621792"/>
          </a:xfrm>
          <a:prstGeom prst="rect">
            <a:avLst/>
          </a:prstGeom>
          <a:solidFill>
            <a:srgbClr val="607D8B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9593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Input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4360" y="4233672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if city input is empty — shows: "City cannot be empty."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Future Improvements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0" y="4919472"/>
            <a:ext cx="91440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Sharma  |  23BDA70050  |  B.E. Chandigarh University  |  2025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I faced: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Understanding the JSON structure returned by the API — needed to explore it carefully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636776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API key takes 2 hours to activate — was confusing at first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03911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Filtering unique dates from the forecast (API gives data every 3 hours)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2514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want to add in future: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880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Add a GUI using Tkinter or PyQt so it looks like a proper desktop app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2644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Show weather graphs using matplotlib (temperature trend over 5 days)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648456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Add unit toggle — switch between Celsius and Fahrenheit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032504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Weather alerts for rain/storm warnings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4165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Store history of searched cities in a local database (SQLite)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3D9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1737360" cy="1005840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68249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651760" y="1051560"/>
            <a:ext cx="1737360" cy="10058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51760" y="1097280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651760" y="168249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Options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051560"/>
            <a:ext cx="1737360" cy="10058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097280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663440" y="168249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Plan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675120" y="1051560"/>
            <a:ext cx="1737360" cy="100584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0" y="1097280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675120" y="168249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File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23317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Built a fully working Python weather app using OpenWeatherMap REST API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273405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App can fetch current weather and 5-day forecast for any city in the world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313639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Learned how to work with HTTP APIs, JSON parsing, and error handling in Python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353872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This project helped me understand real-world API integration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0" y="477316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github.com/GauravSharma1534  |  Gaurav Sharma  |  23BDA70050  |  Chandigarh University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2026-05-29T23:23:52Z</dcterms:created>
  <dcterms:modified xsi:type="dcterms:W3CDTF">2026-05-29T23:23:52Z</dcterms:modified>
</cp:coreProperties>
</file>